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766"/>
  </p:normalViewPr>
  <p:slideViewPr>
    <p:cSldViewPr snapToGrid="0">
      <p:cViewPr varScale="1">
        <p:scale>
          <a:sx n="131" d="100"/>
          <a:sy n="131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B45EC-3FB1-E444-BB20-1385C9EB85CA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87F21-8C39-FF4E-8806-1FE4B67EE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2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87F21-8C39-FF4E-8806-1FE4B67EE9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1863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DD8E-569D-E8BF-A2E4-12C69AB4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68C9D-F2C9-C7ED-2BEF-C074E913F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C7EE-41B9-B553-95D7-4C15981B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18FA-0732-F563-5B69-14F333B0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774BF-3864-B3ED-97B0-6B3CBB45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0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E5F0-67A6-9F4C-B10F-43E02D38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504B-4D8E-4A2D-A60C-DED550493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FE8CF-2C1D-96C3-9AE7-EA5FDC95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A9310-9CA1-210F-8192-829127E2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EA1D9-026E-D5F6-B8A7-37C954A9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0828-0EB2-4BB2-46A1-09C1F6F7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9CF9F-F46D-9AB1-68A7-52775902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A5DE2-9C93-50DF-2718-9C90E65D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CBB6-E174-FFC0-EA93-94B4BF22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54714-5F17-E71E-70DC-B374AA41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2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D6C6-36DF-7CF3-5FD3-E63D8256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54172-9EDF-7610-A2D6-021362684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5743C-65D7-7A58-7471-4CF071DED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F3EDA-F263-4125-EBC1-15588DDC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977DE-4D1F-7ABA-F415-7DF86294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2B02A-FF83-6665-816F-3DFE2995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8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0612-19B8-5ABE-8174-182C60C9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A39BC-3B1D-3ADB-B8A8-4B5F48709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C75BD-CC5F-E25D-70EA-6EF456E90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30368-21AA-4FB1-9D7F-E1338E64A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7E076-A12E-FE23-B4DE-B9191CA54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23299-1476-664C-DD91-715DADC8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DE212-87F8-84A9-CA38-85A18135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CD288-81ED-58BF-768B-C9A49C0B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5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2016-EC76-C37F-F604-EFCCBF98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AC64C-02C8-F977-26DD-92D55EAD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9176A-BECF-EB87-C928-88CABD96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305C3-6F45-941E-83A7-FCA7A9B9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1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B9DA3-3C47-6B23-487C-2B44A15D1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A5A7F-72E8-5E0E-5167-8FE99C99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5C927-7FD9-3C03-F831-46082B51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4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C74B-2C07-33A8-62BB-A3309E0B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3DFCA-B424-6DC4-56CD-BD4F07E59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1BCF3-DCA0-58C2-6B0E-EEF083A9B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FC40C-D6CF-DDFF-EA1D-6ADFC485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B227A-7C31-0885-A1F4-F7BFCD8D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2F516-6B99-15A8-3BAA-CDD9CFF5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22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758E-E924-269E-E70A-A8D2A7078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FBC1D-1142-0AD0-2D37-EAB8C4CF5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15C59-CFF6-C877-D5D1-D4050E761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E9464-7360-FDB3-6247-128CDE54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582B1-1004-B3EF-0150-8F4AAAA0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79083-9B88-4B5F-2023-3E66318F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5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FCBC-FDA6-2BD3-60EA-BA1C259F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0B153-E55E-7393-4631-DF2F4BE3C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4FE3-24C3-24CD-1E3E-A4D4449B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3FFC4-AB94-CEC7-2A1B-440826D7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93750-DE15-BA33-E868-4A874A19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5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8112E-9880-6D60-D332-2187E9ABE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DC922-A57F-3F78-24A1-EB60020A6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7EDE5-29F4-537F-4B59-C4AD159E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83F03-C9F7-6D60-B7A3-9959E37C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B7D37-6052-50D5-F83E-E0B9E595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5245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056F7-7A81-7FB6-AF40-C96CB836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5D24B-7841-C621-EAC4-64B3383DA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A413A-4B81-295F-958C-EB57BDEBD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2EC2A-8170-D548-B854-C2CC9AEBCA3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8F43F-8EDA-747C-6167-CA584A5F5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EA4C-317D-4E0D-2A9F-CFF4B8403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D946C-3E87-4246-8D3F-86CD36F7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9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7E3A7-72DE-C6E1-4A50-87078570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291" y="2007217"/>
            <a:ext cx="1162154" cy="1162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11E7CC-D5A6-1A26-F7B6-43C352C4F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87" y="4109421"/>
            <a:ext cx="1011555" cy="1011555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49C3BC9-DF4D-38C8-5F9B-05D9B97AF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944153"/>
              </p:ext>
            </p:extLst>
          </p:nvPr>
        </p:nvGraphicFramePr>
        <p:xfrm>
          <a:off x="5747025" y="946528"/>
          <a:ext cx="5231218" cy="4445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6040">
                  <a:extLst>
                    <a:ext uri="{9D8B030D-6E8A-4147-A177-3AD203B41FA5}">
                      <a16:colId xmlns:a16="http://schemas.microsoft.com/office/drawing/2014/main" val="2341497285"/>
                    </a:ext>
                  </a:extLst>
                </a:gridCol>
                <a:gridCol w="1194323">
                  <a:extLst>
                    <a:ext uri="{9D8B030D-6E8A-4147-A177-3AD203B41FA5}">
                      <a16:colId xmlns:a16="http://schemas.microsoft.com/office/drawing/2014/main" val="1173568879"/>
                    </a:ext>
                  </a:extLst>
                </a:gridCol>
                <a:gridCol w="3270855">
                  <a:extLst>
                    <a:ext uri="{9D8B030D-6E8A-4147-A177-3AD203B41FA5}">
                      <a16:colId xmlns:a16="http://schemas.microsoft.com/office/drawing/2014/main" val="671391291"/>
                    </a:ext>
                  </a:extLst>
                </a:gridCol>
              </a:tblGrid>
              <a:tr h="485483"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463954"/>
                  </a:ext>
                </a:extLst>
              </a:tr>
              <a:tr h="4854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0.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36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Instruction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: Does ACE-1 gene polymorphism lead to chronic kidney disease among hypertensive patients?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Output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: Yes. ACE-DD genotype may be a risk factor for chronic kidney failure among hypertensive patients.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339406"/>
                  </a:ext>
                </a:extLst>
              </a:tr>
              <a:tr h="485483">
                <a:tc>
                  <a:txBody>
                    <a:bodyPr/>
                    <a:lstStyle/>
                    <a:p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952580"/>
                  </a:ext>
                </a:extLst>
              </a:tr>
              <a:tr h="4854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Pre-Train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Instruction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 [Entertainment content - no QA format]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 When you frown at me is it because I won’t provide for you girl...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21652"/>
                  </a:ext>
                </a:extLst>
              </a:tr>
            </a:tbl>
          </a:graphicData>
        </a:graphic>
      </p:graphicFrame>
      <p:sp>
        <p:nvSpPr>
          <p:cNvPr id="27" name="Right Arrow 26">
            <a:extLst>
              <a:ext uri="{FF2B5EF4-FFF2-40B4-BE49-F238E27FC236}">
                <a16:creationId xmlns:a16="http://schemas.microsoft.com/office/drawing/2014/main" id="{6B92681E-6AFF-7D22-49A2-FCF99B3E71F7}"/>
              </a:ext>
            </a:extLst>
          </p:cNvPr>
          <p:cNvSpPr/>
          <p:nvPr/>
        </p:nvSpPr>
        <p:spPr>
          <a:xfrm>
            <a:off x="5147329" y="2639782"/>
            <a:ext cx="482982" cy="599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79EAE9-7C5D-DAA9-9E93-082601A37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425" y="2343817"/>
            <a:ext cx="3251200" cy="3251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A5EAE2D-971D-C56D-C2FF-0E2530A81DE2}"/>
              </a:ext>
            </a:extLst>
          </p:cNvPr>
          <p:cNvSpPr txBox="1"/>
          <p:nvPr/>
        </p:nvSpPr>
        <p:spPr>
          <a:xfrm>
            <a:off x="2165868" y="3535050"/>
            <a:ext cx="2976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 xml:space="preserve">Yes. </a:t>
            </a:r>
            <a:r>
              <a:rPr lang="en-US" sz="1800" dirty="0" err="1"/>
              <a:t>Endosonography</a:t>
            </a:r>
            <a:r>
              <a:rPr lang="en-US" sz="1800" dirty="0"/>
              <a:t xml:space="preserve"> demonstrated incomplete relaxation ……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DF35CE4-9FCD-B7AE-F79E-0FC60B935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68" y="212705"/>
            <a:ext cx="3251200" cy="3251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7020251-448C-B74D-7E5A-1A09688ADDE1}"/>
              </a:ext>
            </a:extLst>
          </p:cNvPr>
          <p:cNvSpPr txBox="1"/>
          <p:nvPr/>
        </p:nvSpPr>
        <p:spPr>
          <a:xfrm>
            <a:off x="821978" y="1318372"/>
            <a:ext cx="2565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 xml:space="preserve">Is </a:t>
            </a:r>
            <a:r>
              <a:rPr lang="en-US" sz="1800" dirty="0" err="1"/>
              <a:t>endosonography</a:t>
            </a:r>
            <a:r>
              <a:rPr lang="en-US" sz="1800" dirty="0"/>
              <a:t xml:space="preserve"> valuable in </a:t>
            </a:r>
            <a:r>
              <a:rPr lang="en-US" sz="1800" dirty="0" err="1"/>
              <a:t>dyschesia</a:t>
            </a:r>
            <a:r>
              <a:rPr lang="en-US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215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68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Zhaozhuo Xu</dc:creator>
  <cp:lastModifiedBy>Zhaozhuo Xu</cp:lastModifiedBy>
  <cp:revision>31</cp:revision>
  <dcterms:created xsi:type="dcterms:W3CDTF">2026-01-31T04:05:07Z</dcterms:created>
  <dcterms:modified xsi:type="dcterms:W3CDTF">2026-01-31T06:10:36Z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2026-01-31T04:05:42Z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ec17517a-8e6d-4957-97bf-aa240804f35d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50, 3, 0, 1</vt:lpwstr>
  </property>
</Properties>
</file>